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Default Extension="xlsx" ContentType="application/vnd.openxmlformats-officedocument.spreadsheetml.sheet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7487" autoAdjust="0"/>
  </p:normalViewPr>
  <p:slideViewPr>
    <p:cSldViewPr snapToGrid="0" snapToObjects="1">
      <p:cViewPr varScale="1">
        <p:scale>
          <a:sx n="102" d="100"/>
          <a:sy n="102" d="100"/>
        </p:scale>
        <p:origin x="-45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Office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Carbohydrates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spPr>
              <a:solidFill>
                <a:srgbClr val="4ADE80"/>
              </a:solidFill>
              <a:effectLst/>
            </c:spPr>
          </c:dPt>
          <c:cat>
            <c:strRef>
              <c:f>Sheet1!$A$2:$A$2</c:f>
              <c:strCache>
                <c:ptCount val="1"/>
                <c:pt idx="0">
                  <c:v>Carbs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/>
    </c:legend>
    <c:plotVisOnly val="1"/>
    <c:dispBlanksAs val="span"/>
  </c:chart>
  <c:spPr>
    <a:noFill/>
    <a:ln>
      <a:noFill/>
    </a:ln>
    <a:effectLst/>
  </c:spPr>
  <c:externalData r:id="rId1"/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8E0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606582"/>
            <a:ext cx="7315200" cy="914400"/>
          </a:xfrm>
          <a:prstGeom prst="rect">
            <a:avLst/>
          </a:prstGeom>
          <a:noFill/>
          <a:ln/>
          <a:effectLst>
            <a:outerShdw blurRad="101600" dist="25400" dir="27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</a:rPr>
              <a:t>Smart Meal Planning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1520982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i="1" dirty="0">
                <a:solidFill>
                  <a:srgbClr val="FFFFFF"/>
                </a:solidFill>
              </a:rPr>
              <a:t>Eat Right, Stay Bright!</a:t>
            </a:r>
            <a:endParaRPr lang="en-US" sz="3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337" y="2379251"/>
            <a:ext cx="4114800" cy="2286000"/>
          </a:xfrm>
          <a:prstGeom prst="ellipse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What is Meal Planning?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Planning your meals ahead of time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Deciding what to eat for breakfast, lunch, and dinner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Creating a shopping list for healthy ingredients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Preparing meals in advance to save time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Making smart food choices for better health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Balancing nutrition throughout the week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Why Meal Planning is Important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Helps maintain good health and energy levels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Saves time during busy school days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Reduces food waste and saves money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Ensures balanced nutrition every day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Develops healthy eating habits for life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Makes grocery shopping easier and faster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How to Plan a Healthy Meal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Start with fruits and vegetables (half your plate)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Add whole grains like brown rice or whole wheat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Include protein sources like beans, eggs, or chicken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Don't forget dairy or dairy alternatives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Limit sugar, salt, and unhealthy fats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Drink plenty of water with meals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Include variety for all nutrients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74EBD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6534"/>
                </a:solidFill>
              </a:rPr>
              <a:t>My One Day Meal Plan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🥣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371600" y="1554480"/>
            <a:ext cx="7315200" cy="64008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645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534"/>
                </a:solidFill>
              </a:rPr>
              <a:t>Breakfast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9768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Oatmeal with fruits &amp; milk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331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🍎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1371600" y="2331720"/>
            <a:ext cx="7315200" cy="64008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423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534"/>
                </a:solidFill>
              </a:rPr>
              <a:t>Mid-Morning Snack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97680" y="2423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Apple and handful of nuts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1089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🍱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1371600" y="3108960"/>
            <a:ext cx="7315200" cy="64008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554480" y="3200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534"/>
                </a:solidFill>
              </a:rPr>
              <a:t>Lunch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97680" y="3200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Brown rice, dal, vegetables, salad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886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🥪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1371600" y="3886200"/>
            <a:ext cx="7315200" cy="64008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5448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534"/>
                </a:solidFill>
              </a:rPr>
              <a:t>Evening Snack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97680" y="39776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Whole wheat sandwich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🥗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1371600" y="4663440"/>
            <a:ext cx="7315200" cy="640080"/>
          </a:xfrm>
          <a:prstGeom prst="rect">
            <a:avLst/>
          </a:prstGeom>
          <a:solidFill>
            <a:srgbClr val="FFFFFF">
              <a:alpha val="70000"/>
            </a:srgbClr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47548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6534"/>
                </a:solidFill>
              </a:rPr>
              <a:t>Dinner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297680" y="47548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</a:rPr>
              <a:t>Roti, vegetables, yogurt</a:t>
            </a:r>
            <a:endParaRPr lang="en-US" sz="1400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C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6534"/>
                </a:solidFill>
              </a:rPr>
              <a:t>Balanced Diet and Its Importance</a:t>
            </a:r>
            <a:endParaRPr lang="en-US" sz="3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554480"/>
          <a:ext cx="3657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0" y="1554480"/>
            <a:ext cx="4114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 smtClean="0">
                <a:solidFill>
                  <a:srgbClr val="1F2937"/>
                </a:solidFill>
              </a:rPr>
              <a:t>1. A </a:t>
            </a:r>
            <a:r>
              <a:rPr lang="en-US" sz="1400" dirty="0">
                <a:solidFill>
                  <a:srgbClr val="1F2937"/>
                </a:solidFill>
              </a:rPr>
              <a:t>balanced diet contains all essential nutrients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</a:rPr>
              <a:t>Carbohydrates: 50-60% (primary energy source</a:t>
            </a:r>
            <a:r>
              <a:rPr lang="en-US" sz="1400" dirty="0" smtClean="0">
                <a:solidFill>
                  <a:srgbClr val="1F2937"/>
                </a:solidFill>
              </a:rPr>
              <a:t>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>
                <a:solidFill>
                  <a:srgbClr val="1F2937"/>
                </a:solidFill>
              </a:rPr>
              <a:t>2. Proteins</a:t>
            </a:r>
            <a:r>
              <a:rPr lang="en-US" sz="1400" dirty="0">
                <a:solidFill>
                  <a:srgbClr val="1F2937"/>
                </a:solidFill>
              </a:rPr>
              <a:t>: 15-20% (growth, repair, immunity</a:t>
            </a:r>
            <a:r>
              <a:rPr lang="en-US" sz="1400" dirty="0" smtClean="0">
                <a:solidFill>
                  <a:srgbClr val="1F2937"/>
                </a:solidFill>
              </a:rPr>
              <a:t>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>
                <a:solidFill>
                  <a:srgbClr val="1F2937"/>
                </a:solidFill>
              </a:rPr>
              <a:t>3. Fats</a:t>
            </a:r>
            <a:r>
              <a:rPr lang="en-US" sz="1400" dirty="0">
                <a:solidFill>
                  <a:srgbClr val="1F2937"/>
                </a:solidFill>
              </a:rPr>
              <a:t>: 20-30% (energy, vitamins, brain </a:t>
            </a:r>
            <a:r>
              <a:rPr lang="en-US" sz="1400" dirty="0" smtClean="0">
                <a:solidFill>
                  <a:srgbClr val="1F2937"/>
                </a:solidFill>
              </a:rPr>
              <a:t>function)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>
                <a:solidFill>
                  <a:srgbClr val="1F2937"/>
                </a:solidFill>
              </a:rPr>
              <a:t>4. Vitamins </a:t>
            </a:r>
            <a:r>
              <a:rPr lang="en-US" sz="1400" dirty="0">
                <a:solidFill>
                  <a:srgbClr val="1F2937"/>
                </a:solidFill>
              </a:rPr>
              <a:t>&amp; Minerals: Essential for all body </a:t>
            </a:r>
            <a:r>
              <a:rPr lang="en-US" sz="1400" dirty="0" smtClean="0">
                <a:solidFill>
                  <a:srgbClr val="1F2937"/>
                </a:solidFill>
              </a:rPr>
              <a:t>functions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>
                <a:solidFill>
                  <a:srgbClr val="1F2937"/>
                </a:solidFill>
              </a:rPr>
              <a:t>5. Fiber</a:t>
            </a:r>
            <a:r>
              <a:rPr lang="en-US" sz="1400" dirty="0">
                <a:solidFill>
                  <a:srgbClr val="1F2937"/>
                </a:solidFill>
              </a:rPr>
              <a:t>: Important for healthy </a:t>
            </a:r>
            <a:r>
              <a:rPr lang="en-US" sz="1400" dirty="0" smtClean="0">
                <a:solidFill>
                  <a:srgbClr val="1F2937"/>
                </a:solidFill>
              </a:rPr>
              <a:t>digestion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 smtClean="0">
                <a:solidFill>
                  <a:srgbClr val="1F2937"/>
                </a:solidFill>
              </a:rPr>
              <a:t>6. Water</a:t>
            </a:r>
            <a:r>
              <a:rPr lang="en-US" sz="1400" dirty="0">
                <a:solidFill>
                  <a:srgbClr val="1F2937"/>
                </a:solidFill>
              </a:rPr>
              <a:t>: Vital for every cell in the body</a:t>
            </a:r>
            <a:endParaRPr lang="en-US" sz="1400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6534"/>
                </a:solidFill>
              </a:rPr>
              <a:t>Healthy Food vs Junk Food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199" y="1554480"/>
            <a:ext cx="4114801" cy="2390503"/>
          </a:xfrm>
          <a:prstGeom prst="rect">
            <a:avLst/>
          </a:prstGeom>
          <a:solidFill>
            <a:srgbClr val="D1FAE5"/>
          </a:solidFill>
          <a:ln w="2540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6534"/>
                </a:solidFill>
              </a:rPr>
              <a:t>Healthy Food ✅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66534"/>
                </a:solidFill>
              </a:rPr>
              <a:t>✓ Fresh fruits and vegetables✓ Whole grains (brown rice, wheat)✓ Lean proteins (fish, chicken)✓ Nuts, seeds, and legumes✓ Water and fresh juices✓ Low-fat dairy products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0" y="1645920"/>
            <a:ext cx="3722914" cy="2299063"/>
          </a:xfrm>
          <a:prstGeom prst="rect">
            <a:avLst/>
          </a:prstGeom>
          <a:solidFill>
            <a:srgbClr val="FEE2E2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6459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91B1B"/>
                </a:solidFill>
              </a:rPr>
              <a:t>Junk Food 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212080" y="228600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91B1B"/>
                </a:solidFill>
              </a:rPr>
              <a:t>✗ Burgers, pizza, and fries✗ Sugary sodas and drinks✗ Chips, cookies, and pastries✗ Candy and chocolates✗ Processed fast food✗ High-sugar breakfast cereals</a:t>
            </a:r>
            <a:endParaRPr lang="en-US" sz="14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How Meal Planning Keeps Us Fit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Provides energy for sports and activities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Helps maintain healthy body weight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Improves concentration in studies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Boosts immunity and prevents illness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Develops good eating habits for life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Supports muscle and bone development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Enhances overall physical performance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1C4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Steps to Make a Good Meal Plan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✓ List your favorite healthy foods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✓ Plan meals for the whole week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✓ Include variety - different colors and types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✓ Make a shopping list with all ingredients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✓ Prepare some ingredients in advance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✓ Keep healthy snacks ready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✓ Review and adjust your plan each week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cut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9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Food Groups in a Balanced Diet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🌾 Carbohydrates - Rice, bread, pasta for energy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🍗 Proteins - Eggs, beans, chicken, fish for growth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🥑 Healthy Fats - Nuts, olive oil for brain health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🥕 Vitamins &amp; Minerals - Fruits &amp; vegetables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🥛 Dairy - Milk, yogurt, cheese for strong bones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💧 Water - Essential for all body functions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cut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Importance of Eating on Time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Regular meal times regulate body clock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Prevents overeating and unhealthy snacking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Maintains steady energy throughout the day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Improves digestion and metabolism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Helps maintain focus during school hours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Supports better sleep patterns at night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Healthy Meals for School Students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🍱 Pack a colorful lunch box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🥪 Whole wheat sandwiches with veggies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🥗 Fresh salads with lean protein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🍎 Fresh fruits instead of packaged snacks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🥤 Water or fresh juice, avoid sodas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🥜 Trail mix with nuts and dried fruits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299C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How Meal Planning Saves Time &amp; Money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💰 Buy only what you need - less waste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⏰ Prepare ingredients in advance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🛒 Fewer trips to the grocery store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🍽️ Avoid expensive takeout and fast food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📋 Use leftovers creatively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📝 Stick to your shopping list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⚡ Save energy and reduce stress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Role of Vegetables &amp; Fruits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🌈 Eat a rainbow - different colors have different nutrients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🍊 Rich in vitamins and minerals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🥬 High in fiber for good digestion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🫐 Packed with antioxidants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🍓 Natural sweetness without added sugar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🥕 Keeps skin healthy and eyes sharp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Eating Right for a Healthy Life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6400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</a:rPr>
              <a:t>""Eating right isn't dieting — it's nourishing your body to be the best version of yourself.""</a:t>
            </a:r>
            <a:endParaRPr lang="en-US" sz="2400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C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Tips for Making a Balanced Meal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🍽️ Use smaller plates to control portions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💧 Drink water before and during meals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❤️ Listen to your body - eat when hungry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👨‍🍳 Try cooking with family - make it fun!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✨ Make meals colorful and appealing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🥗 Include at least 3 different food groups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⏱️ Chew slowly and enjoy your food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Importance of Drinking Enough Water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💧 Drink 6-8 glasses of water daily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🌡️ Keeps body temperature regulated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🧠 Helps brain function and concentration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💪 Transports nutrients to all body parts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✨ Keeps skin healthy and glowing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🏃 Essential for physical activity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70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Why We Should Avoid Skipping Meals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⚡ Skipping meals leads to low energy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🧠 Reduces concentration in class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😟 Can cause mood swings and irritability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🍽️ May lead to overeating later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📉 Slows down metabolism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❗ Breakfast is especially important!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💪 Regular meals support physical growth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6534"/>
                </a:solidFill>
              </a:rPr>
              <a:t>Meal Planning for a Busy Day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41148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📦 Prepare lunch the night before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🥤 Keep a water bottle handy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🍎 Pack easy-to-eat healthy snacks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⏰ Set reminders for meal times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🎯 Keep it simple - not every meal needs to be fancy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👨‍👩‍👧 Ask family to help with preparation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🥙 Batch cook on weekends to save time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657600" cy="3657600"/>
          </a:xfrm>
          <a:prstGeom prst="ellipse">
            <a:avLst/>
          </a:prstGeom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66534"/>
                </a:solidFill>
              </a:rPr>
              <a:t>From Farm to Plate - The Journey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7315200" cy="9144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22860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🌾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Farm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Fresh produce grown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14600" y="22860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146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🚛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37744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Transport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Delivered to markets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43400" y="22860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ADE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20624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Market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We buy ingredients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2860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ADE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🏠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03504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Kitchen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Prepared with love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01000" y="2286000"/>
            <a:ext cx="731520" cy="73152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🍽️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6534"/>
                </a:solidFill>
              </a:rPr>
              <a:t>Plate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0" y="3566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B5563"/>
                </a:solidFill>
              </a:rPr>
              <a:t>Ready to enjoy!</a:t>
            </a:r>
            <a:endParaRPr lang="en-US" sz="1000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84FA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86868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</a:rPr>
              <a:t>Smart Meal Planning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686800" y="0"/>
            <a:ext cx="457200" cy="457200"/>
          </a:xfrm>
          <a:prstGeom prst="rect">
            <a:avLst/>
          </a:prstGeom>
          <a:solidFill>
            <a:srgbClr val="4ADE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🥗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4783455"/>
            <a:ext cx="9144000" cy="365760"/>
          </a:xfrm>
          <a:prstGeom prst="rect">
            <a:avLst/>
          </a:prstGeom>
          <a:solidFill>
            <a:srgbClr val="FB923C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Presented by Mayank Raj | Grade 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  <a:effectLst>
            <a:outerShdw blurRad="101600" dist="25400" dir="27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</a:rPr>
              <a:t>Thank You!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Eat Healthy. Think Healthy. Live Healthy.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🌟 Remember: Small changes make a big difference! 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🌟 🥗 🌟</a:t>
            </a:r>
            <a:endParaRPr lang="en-US" sz="4800" dirty="0"/>
          </a:p>
        </p:txBody>
      </p:sp>
    </p:spTree>
  </p:cSld>
  <p:clrMapOvr>
    <a:masterClrMapping/>
  </p:clrMapOvr>
  <p:transition>
    <p:wipe dir="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1253</Words>
  <Application>Microsoft Office PowerPoint</Application>
  <PresentationFormat>On-screen Show (16:9)</PresentationFormat>
  <Paragraphs>247</Paragraphs>
  <Slides>21</Slides>
  <Notes>21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Meal Planning - Eat Right, Stay Bright!</dc:title>
  <dc:subject>Healthy Eating and Meal Planning</dc:subject>
  <dc:creator>Mayank Raj</dc:creator>
  <cp:lastModifiedBy>Dell</cp:lastModifiedBy>
  <cp:revision>3</cp:revision>
  <dcterms:created xsi:type="dcterms:W3CDTF">2025-10-15T10:54:35Z</dcterms:created>
  <dcterms:modified xsi:type="dcterms:W3CDTF">2025-10-15T11:02:20Z</dcterms:modified>
</cp:coreProperties>
</file>